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BA"/>
    <a:srgbClr val="41B0DA"/>
    <a:srgbClr val="9ACC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0"/>
    <p:restoredTop sz="92523" autoAdjust="0"/>
  </p:normalViewPr>
  <p:slideViewPr>
    <p:cSldViewPr snapToObjects="1">
      <p:cViewPr>
        <p:scale>
          <a:sx n="130" d="100"/>
          <a:sy n="130" d="100"/>
        </p:scale>
        <p:origin x="91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94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26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1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61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00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1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28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93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9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80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62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8668F-86EE-DC41-993A-0E111F4498C7}" type="datetimeFigureOut">
              <a:rPr lang="en-US" smtClean="0"/>
              <a:t>8/7/19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63611-6D47-7749-B28F-7FD24E569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10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/>
          <p:cNvSpPr/>
          <p:nvPr/>
        </p:nvSpPr>
        <p:spPr>
          <a:xfrm>
            <a:off x="1307269" y="3039055"/>
            <a:ext cx="7690055" cy="5044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 smtClean="0"/>
          </a:p>
          <a:p>
            <a:pPr algn="ctr"/>
            <a:endParaRPr lang="en-GB" sz="1400" dirty="0" smtClean="0"/>
          </a:p>
          <a:p>
            <a:pPr algn="ctr"/>
            <a:endParaRPr lang="en-GB" sz="1400" dirty="0" smtClean="0"/>
          </a:p>
        </p:txBody>
      </p:sp>
      <p:sp>
        <p:nvSpPr>
          <p:cNvPr id="82" name="Rectangle 81"/>
          <p:cNvSpPr/>
          <p:nvPr/>
        </p:nvSpPr>
        <p:spPr>
          <a:xfrm>
            <a:off x="1308837" y="2429240"/>
            <a:ext cx="7690055" cy="5044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 smtClean="0"/>
          </a:p>
          <a:p>
            <a:pPr algn="ctr"/>
            <a:endParaRPr lang="en-GB" sz="1400" dirty="0" smtClean="0"/>
          </a:p>
          <a:p>
            <a:pPr algn="ctr"/>
            <a:endParaRPr lang="en-GB" sz="1400" dirty="0" smtClean="0"/>
          </a:p>
        </p:txBody>
      </p:sp>
      <p:sp>
        <p:nvSpPr>
          <p:cNvPr id="58" name="Rectangle 57"/>
          <p:cNvSpPr/>
          <p:nvPr/>
        </p:nvSpPr>
        <p:spPr>
          <a:xfrm>
            <a:off x="1308837" y="1841267"/>
            <a:ext cx="7690055" cy="5044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 smtClean="0"/>
          </a:p>
          <a:p>
            <a:pPr algn="ctr"/>
            <a:endParaRPr lang="en-GB" sz="1400" dirty="0" smtClean="0"/>
          </a:p>
          <a:p>
            <a:pPr algn="ctr"/>
            <a:endParaRPr lang="en-GB" sz="1400" dirty="0" smtClean="0"/>
          </a:p>
        </p:txBody>
      </p:sp>
      <p:sp>
        <p:nvSpPr>
          <p:cNvPr id="137" name="Rectangle 136"/>
          <p:cNvSpPr/>
          <p:nvPr/>
        </p:nvSpPr>
        <p:spPr>
          <a:xfrm>
            <a:off x="1574436" y="1932511"/>
            <a:ext cx="3061581" cy="307777"/>
          </a:xfrm>
          <a:prstGeom prst="rect">
            <a:avLst/>
          </a:prstGeom>
          <a:solidFill>
            <a:srgbClr val="41B0D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dirty="0" smtClean="0">
                <a:solidFill>
                  <a:schemeClr val="tx1"/>
                </a:solidFill>
              </a:rPr>
              <a:t>AO_1001  </a:t>
            </a:r>
            <a:r>
              <a:rPr lang="en-GB" sz="1400" i="1" dirty="0" smtClean="0">
                <a:solidFill>
                  <a:schemeClr val="tx1"/>
                </a:solidFill>
              </a:rPr>
              <a:t>ATU_00000001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574436" y="1024002"/>
            <a:ext cx="3061581" cy="719932"/>
          </a:xfrm>
          <a:prstGeom prst="rect">
            <a:avLst/>
          </a:prstGeom>
          <a:solidFill>
            <a:srgbClr val="FFF5BA"/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dirty="0" smtClean="0">
                <a:solidFill>
                  <a:schemeClr val="tx1"/>
                </a:solidFill>
              </a:rPr>
              <a:t>AC_00031001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74436" y="1271652"/>
            <a:ext cx="1892430" cy="392305"/>
          </a:xfrm>
          <a:prstGeom prst="rect">
            <a:avLst/>
          </a:prstGeom>
          <a:solidFill>
            <a:srgbClr val="FFF5B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dirty="0" smtClean="0">
                <a:solidFill>
                  <a:schemeClr val="tx1"/>
                </a:solidFill>
              </a:rPr>
              <a:t>AB_..._00000002</a:t>
            </a:r>
            <a:endParaRPr lang="en-GB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559898" y="1932907"/>
            <a:ext cx="6957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smtClean="0"/>
              <a:t>Track 1</a:t>
            </a:r>
            <a:endParaRPr lang="en-GB" sz="1400" dirty="0"/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1572868" y="1743934"/>
            <a:ext cx="3517" cy="2045106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8992728" y="1841267"/>
            <a:ext cx="2054" cy="1909071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700564" y="4651406"/>
            <a:ext cx="2292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i="1" dirty="0" smtClean="0"/>
              <a:t>Timescale not to scale.</a:t>
            </a:r>
          </a:p>
          <a:p>
            <a:r>
              <a:rPr lang="en-GB" sz="1200" b="1" i="1" dirty="0" smtClean="0"/>
              <a:t>Seconds given to 2 </a:t>
            </a:r>
            <a:r>
              <a:rPr lang="en-GB" sz="1200" b="1" i="1" dirty="0" err="1" smtClean="0"/>
              <a:t>d.p</a:t>
            </a:r>
            <a:r>
              <a:rPr lang="en-GB" sz="1200" b="1" i="1" dirty="0" smtClean="0"/>
              <a:t> for clarity </a:t>
            </a:r>
            <a:endParaRPr lang="en-GB" sz="1200" b="1" i="1" dirty="0"/>
          </a:p>
        </p:txBody>
      </p:sp>
      <p:sp>
        <p:nvSpPr>
          <p:cNvPr id="80" name="Rectangle 79"/>
          <p:cNvSpPr/>
          <p:nvPr/>
        </p:nvSpPr>
        <p:spPr>
          <a:xfrm>
            <a:off x="4888271" y="1932398"/>
            <a:ext cx="2508910" cy="307777"/>
          </a:xfrm>
          <a:prstGeom prst="rect">
            <a:avLst/>
          </a:prstGeom>
          <a:solidFill>
            <a:srgbClr val="41B0D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dirty="0" smtClean="0">
                <a:solidFill>
                  <a:schemeClr val="tx1"/>
                </a:solidFill>
              </a:rPr>
              <a:t>AO_1002  </a:t>
            </a:r>
            <a:r>
              <a:rPr lang="en-GB" sz="1400" i="1" dirty="0" smtClean="0">
                <a:solidFill>
                  <a:schemeClr val="tx1"/>
                </a:solidFill>
              </a:rPr>
              <a:t>ATU_00000002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307269" y="2520484"/>
            <a:ext cx="7690055" cy="308079"/>
          </a:xfrm>
          <a:prstGeom prst="rect">
            <a:avLst/>
          </a:prstGeom>
          <a:solidFill>
            <a:srgbClr val="41B0D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dirty="0" smtClean="0">
                <a:solidFill>
                  <a:schemeClr val="tx1"/>
                </a:solidFill>
              </a:rPr>
              <a:t>AO_1003  </a:t>
            </a:r>
            <a:r>
              <a:rPr lang="en-GB" sz="1400" i="1" dirty="0" smtClean="0">
                <a:solidFill>
                  <a:schemeClr val="tx1"/>
                </a:solidFill>
              </a:rPr>
              <a:t>ATU_00000003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59898" y="2520880"/>
            <a:ext cx="6957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Track 2</a:t>
            </a:r>
            <a:endParaRPr lang="en-GB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558330" y="3130695"/>
            <a:ext cx="6957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Track 3</a:t>
            </a:r>
            <a:endParaRPr lang="en-GB" sz="1400" dirty="0"/>
          </a:p>
        </p:txBody>
      </p:sp>
      <p:sp>
        <p:nvSpPr>
          <p:cNvPr id="102" name="Rectangle 101"/>
          <p:cNvSpPr/>
          <p:nvPr/>
        </p:nvSpPr>
        <p:spPr>
          <a:xfrm>
            <a:off x="3469170" y="1270046"/>
            <a:ext cx="1166847" cy="392305"/>
          </a:xfrm>
          <a:prstGeom prst="rect">
            <a:avLst/>
          </a:prstGeom>
          <a:solidFill>
            <a:srgbClr val="FFF5B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 smtClean="0">
                <a:solidFill>
                  <a:schemeClr val="tx1"/>
                </a:solidFill>
              </a:rPr>
              <a:t>AB_..._00000003</a:t>
            </a:r>
            <a:endParaRPr lang="en-GB" sz="1050" dirty="0"/>
          </a:p>
        </p:txBody>
      </p:sp>
      <p:sp>
        <p:nvSpPr>
          <p:cNvPr id="103" name="Rectangle 102"/>
          <p:cNvSpPr/>
          <p:nvPr/>
        </p:nvSpPr>
        <p:spPr>
          <a:xfrm>
            <a:off x="4884658" y="1023889"/>
            <a:ext cx="2506820" cy="722626"/>
          </a:xfrm>
          <a:prstGeom prst="rect">
            <a:avLst/>
          </a:prstGeom>
          <a:solidFill>
            <a:srgbClr val="FFF5BA"/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200" dirty="0" smtClean="0">
                <a:solidFill>
                  <a:schemeClr val="tx1"/>
                </a:solidFill>
              </a:rPr>
              <a:t>AC_00031002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884657" y="1274233"/>
            <a:ext cx="1500168" cy="392305"/>
          </a:xfrm>
          <a:prstGeom prst="rect">
            <a:avLst/>
          </a:prstGeom>
          <a:solidFill>
            <a:srgbClr val="FFF5B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dirty="0">
                <a:solidFill>
                  <a:schemeClr val="tx1"/>
                </a:solidFill>
              </a:rPr>
              <a:t>AB_..._00000002</a:t>
            </a:r>
            <a:endParaRPr lang="en-GB" sz="1100" dirty="0"/>
          </a:p>
        </p:txBody>
      </p:sp>
      <p:sp>
        <p:nvSpPr>
          <p:cNvPr id="108" name="Rectangle 107"/>
          <p:cNvSpPr/>
          <p:nvPr/>
        </p:nvSpPr>
        <p:spPr>
          <a:xfrm>
            <a:off x="6376977" y="1271651"/>
            <a:ext cx="1004206" cy="392306"/>
          </a:xfrm>
          <a:prstGeom prst="rect">
            <a:avLst/>
          </a:prstGeom>
          <a:solidFill>
            <a:srgbClr val="FFF5B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900" dirty="0">
                <a:solidFill>
                  <a:schemeClr val="tx1"/>
                </a:solidFill>
              </a:rPr>
              <a:t>AB_..._00000003</a:t>
            </a:r>
            <a:endParaRPr lang="en-GB" sz="900" dirty="0"/>
          </a:p>
        </p:txBody>
      </p:sp>
      <p:cxnSp>
        <p:nvCxnSpPr>
          <p:cNvPr id="109" name="Straight Arrow Connector 108"/>
          <p:cNvCxnSpPr/>
          <p:nvPr/>
        </p:nvCxnSpPr>
        <p:spPr>
          <a:xfrm flipH="1">
            <a:off x="1304727" y="1841267"/>
            <a:ext cx="3518" cy="1947773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H="1">
            <a:off x="3465108" y="1652215"/>
            <a:ext cx="3518" cy="2064817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H="1">
            <a:off x="4630741" y="1686203"/>
            <a:ext cx="3518" cy="2064817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4878110" y="1685521"/>
            <a:ext cx="3518" cy="2064817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flipH="1">
            <a:off x="6380433" y="1642359"/>
            <a:ext cx="3518" cy="2064817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>
            <a:off x="7394934" y="1652215"/>
            <a:ext cx="3518" cy="2064817"/>
          </a:xfrm>
          <a:prstGeom prst="straightConnector1">
            <a:avLst/>
          </a:prstGeom>
          <a:ln w="6350" cmpd="sng">
            <a:solidFill>
              <a:schemeClr val="tx1"/>
            </a:solidFill>
            <a:prstDash val="dot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304727" y="3133080"/>
            <a:ext cx="7690055" cy="308079"/>
          </a:xfrm>
          <a:prstGeom prst="rect">
            <a:avLst/>
          </a:prstGeom>
          <a:solidFill>
            <a:srgbClr val="41B0DA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dirty="0" smtClean="0">
                <a:solidFill>
                  <a:schemeClr val="tx1"/>
                </a:solidFill>
              </a:rPr>
              <a:t>AO_1003  </a:t>
            </a:r>
            <a:r>
              <a:rPr lang="en-GB" sz="1400" i="1" dirty="0" smtClean="0">
                <a:solidFill>
                  <a:schemeClr val="tx1"/>
                </a:solidFill>
              </a:rPr>
              <a:t>ATU_00000004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1602" y="3845557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smtClean="0"/>
              <a:t>00:00:00.00</a:t>
            </a:r>
            <a:endParaRPr 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1399743" y="3846671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dirty="0" smtClean="0"/>
              <a:t>00:00:05.00</a:t>
            </a:r>
            <a:endParaRPr lang="en-US" dirty="0"/>
          </a:p>
        </p:txBody>
      </p:sp>
      <p:sp>
        <p:nvSpPr>
          <p:cNvPr id="133" name="TextBox 132"/>
          <p:cNvSpPr txBox="1"/>
          <p:nvPr/>
        </p:nvSpPr>
        <p:spPr>
          <a:xfrm>
            <a:off x="3291983" y="3845136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smtClean="0"/>
              <a:t>00:00:40.00</a:t>
            </a:r>
            <a:endParaRPr 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4457616" y="3851536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dirty="0" smtClean="0"/>
              <a:t>00:01:00.00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4704985" y="3845136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dirty="0" smtClean="0"/>
              <a:t>00:01:05.00</a:t>
            </a:r>
            <a:endParaRPr lang="en-US" dirty="0"/>
          </a:p>
        </p:txBody>
      </p:sp>
      <p:sp>
        <p:nvSpPr>
          <p:cNvPr id="136" name="TextBox 135"/>
          <p:cNvSpPr txBox="1"/>
          <p:nvPr/>
        </p:nvSpPr>
        <p:spPr>
          <a:xfrm>
            <a:off x="6207308" y="3851536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smtClean="0"/>
              <a:t>00:01:20.00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7224840" y="3838898"/>
            <a:ext cx="346249" cy="74796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dirty="0" smtClean="0"/>
              <a:t>00:01:30.00</a:t>
            </a:r>
            <a:endParaRPr lang="en-US" dirty="0"/>
          </a:p>
        </p:txBody>
      </p:sp>
      <p:cxnSp>
        <p:nvCxnSpPr>
          <p:cNvPr id="139" name="Straight Arrow Connector 138"/>
          <p:cNvCxnSpPr/>
          <p:nvPr/>
        </p:nvCxnSpPr>
        <p:spPr>
          <a:xfrm>
            <a:off x="1579354" y="1677610"/>
            <a:ext cx="0" cy="253558"/>
          </a:xfrm>
          <a:prstGeom prst="straightConnector1">
            <a:avLst/>
          </a:prstGeom>
          <a:ln w="12700" cmpd="sng">
            <a:solidFill>
              <a:schemeClr val="tx2">
                <a:lumMod val="7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4638625" y="1677610"/>
            <a:ext cx="0" cy="253558"/>
          </a:xfrm>
          <a:prstGeom prst="straightConnector1">
            <a:avLst/>
          </a:prstGeom>
          <a:ln w="12700" cmpd="sng">
            <a:solidFill>
              <a:schemeClr val="tx2">
                <a:lumMod val="7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>
            <a:off x="4884657" y="1677610"/>
            <a:ext cx="0" cy="253558"/>
          </a:xfrm>
          <a:prstGeom prst="straightConnector1">
            <a:avLst/>
          </a:prstGeom>
          <a:ln w="12700" cmpd="sng">
            <a:solidFill>
              <a:schemeClr val="tx2">
                <a:lumMod val="7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7399291" y="1681381"/>
            <a:ext cx="0" cy="253558"/>
          </a:xfrm>
          <a:prstGeom prst="straightConnector1">
            <a:avLst/>
          </a:prstGeom>
          <a:ln w="12700" cmpd="sng">
            <a:solidFill>
              <a:schemeClr val="tx2">
                <a:lumMod val="7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77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4039</TotalTime>
  <Words>47</Words>
  <Application>Microsoft Macintosh PowerPoint</Application>
  <PresentationFormat>On-screen Show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Marston</dc:creator>
  <cp:lastModifiedBy>David Marston</cp:lastModifiedBy>
  <cp:revision>52</cp:revision>
  <dcterms:created xsi:type="dcterms:W3CDTF">2015-04-28T10:39:44Z</dcterms:created>
  <dcterms:modified xsi:type="dcterms:W3CDTF">2019-08-07T13:32:41Z</dcterms:modified>
</cp:coreProperties>
</file>